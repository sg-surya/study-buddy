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640080"/>
            <a:ext cx="1828800" cy="1828800"/>
          </a:xfrm>
          <a:prstGeom prst="ellipse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2011680"/>
            <a:ext cx="1051560" cy="1051560"/>
          </a:xfrm>
          <a:prstGeom prst="ellipse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2834640"/>
            <a:ext cx="594360" cy="59436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DCDA"/>
                </a:solidFill>
                <a:latin typeface="Aptos"/>
              </a:defRPr>
            </a:pPr>
            <a:r>
              <a:t>AI INNOVATION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9552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PROJECT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97480"/>
            <a:ext cx="7223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3E0EB"/>
                </a:solidFill>
                <a:latin typeface="Aptos"/>
              </a:defRPr>
            </a:pPr>
            <a:r>
              <a:t>A one-line description of your AI-powered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98348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AE6"/>
                </a:solidFill>
                <a:latin typeface="Aptos"/>
              </a:defRPr>
            </a:pPr>
            <a:r>
              <a:t>Team / Founder name(s): [Add names]</a:t>
            </a:r>
          </a:p>
          <a:p>
            <a:pPr>
              <a:defRPr sz="1300">
                <a:solidFill>
                  <a:srgbClr val="CDDAE6"/>
                </a:solidFill>
                <a:latin typeface="Aptos"/>
              </a:defRPr>
            </a:pPr>
            <a:r>
              <a:t>Organisation / Institution: [Add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2636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EC2"/>
                </a:solidFill>
                <a:latin typeface="Aptos"/>
              </a:defRPr>
            </a:pPr>
            <a:r>
              <a:t>EDITABLE TEMPLATE  •  Replace all [bracketed] prompts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5D96"/>
                </a:solidFill>
                <a:latin typeface="Aptos"/>
              </a:defRPr>
            </a:pPr>
            <a:r>
              <a:t>AI INNOVATION PITCH DECK  /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91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686"/>
                </a:solidFill>
                <a:latin typeface="Aptos"/>
              </a:defRPr>
            </a:pPr>
            <a:r>
              <a:t>01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D"/>
                </a:solidFill>
                <a:latin typeface="Aptos Display"/>
              </a:defRPr>
            </a:pPr>
            <a:r>
              <a:t>01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686"/>
                </a:solidFill>
                <a:latin typeface="Aptos"/>
              </a:defRPr>
            </a:pPr>
            <a:r>
              <a:t>Clearly explain the real-world problem your project aims to solve.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64008" cy="119786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What is the problem?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Describe the challenge in 2–3 clear sentences. Who experiences it, and where does it occur?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67128"/>
            <a:ext cx="64008" cy="1197864"/>
          </a:xfrm>
          <a:prstGeom prst="rect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Why does it matter?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4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Explain the impact, cost, risk, or time lost because this problem exists.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13048"/>
            <a:ext cx="64008" cy="1197864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4962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Evidence /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15383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Add a statistic, research finding, user interview insight, or real example. Include a source.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13048"/>
            <a:ext cx="64008" cy="119786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4962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What happens today?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15383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Briefly describe current workarounds and why they are insufficient.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7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686"/>
                </a:solidFill>
                <a:latin typeface="Aptos"/>
              </a:defRPr>
            </a:pPr>
            <a:r>
              <a:t>Tip: Make the problem specific, evidence-based, and easy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5D96"/>
                </a:solidFill>
                <a:latin typeface="Aptos"/>
              </a:defRPr>
            </a:pPr>
            <a:r>
              <a:t>AI INNOVATION PITCH DECK  / 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91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686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D"/>
                </a:solidFill>
                <a:latin typeface="Aptos Display"/>
              </a:defRPr>
            </a:pPr>
            <a:r>
              <a:t>02  The 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686"/>
                </a:solidFill>
                <a:latin typeface="Aptos"/>
              </a:defRPr>
            </a:pPr>
            <a:r>
              <a:t>Show what you are building and how it solves the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64008" cy="119786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What are you building?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Describe the product, platform, app, service, or prototype in plain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67128"/>
            <a:ext cx="64008" cy="1197864"/>
          </a:xfrm>
          <a:prstGeom prst="rect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How does it work?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4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Outline the user journey in 3–4 steps: input → process → output → benefit.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13048"/>
            <a:ext cx="64008" cy="1197864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4962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15383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List the 2–4 most important features. Focus on what users can actually 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13048"/>
            <a:ext cx="64008" cy="119786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4962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15383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Explain what improves: time, cost, access, accuracy, quality, or user experience.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7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686"/>
                </a:solidFill>
                <a:latin typeface="Aptos"/>
              </a:defRPr>
            </a:pPr>
            <a:r>
              <a:t>Tip: Use a simple workflow, product mock-up, or prototype screenshot if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5D96"/>
                </a:solidFill>
                <a:latin typeface="Aptos"/>
              </a:defRPr>
            </a:pPr>
            <a:r>
              <a:t>AI INNOVATION PITCH DECK  / 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91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686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D"/>
                </a:solidFill>
                <a:latin typeface="Aptos Display"/>
              </a:defRPr>
            </a:pPr>
            <a:r>
              <a:t>03  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686"/>
                </a:solidFill>
                <a:latin typeface="Aptos"/>
              </a:defRPr>
            </a:pPr>
            <a:r>
              <a:t>Identify the people or organisations who will use or benefit from your 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64008" cy="119786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Primary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Who will use the solution directly? Be specific about roles, age groups, sectors, or communities.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67128"/>
            <a:ext cx="64008" cy="1197864"/>
          </a:xfrm>
          <a:prstGeom prst="rect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User needs / pain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4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What are these users trying to achieve, and what currently makes it difficult?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13048"/>
            <a:ext cx="64008" cy="1197864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4962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Secondary users / stakeholders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15383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Who else benefits, makes decisions, pays, or supports adoption?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13048"/>
            <a:ext cx="64008" cy="119786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4962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Initial audience / 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15383"/>
            <a:ext cx="48920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Where will you start? Estimate your first users, pilot group, or target market if known.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7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686"/>
                </a:solidFill>
                <a:latin typeface="Aptos"/>
              </a:defRPr>
            </a:pPr>
            <a:r>
              <a:t>Tip: Avoid saying “everyone.” Prioritise the user group with the clearest need.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5D96"/>
                </a:solidFill>
                <a:latin typeface="Aptos"/>
              </a:defRPr>
            </a:pPr>
            <a:r>
              <a:t>AI INNOVATION PITCH DECK  /  AI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91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686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D"/>
                </a:solidFill>
                <a:latin typeface="Aptos Display"/>
              </a:defRPr>
            </a:pPr>
            <a:r>
              <a:t>04  The AI 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686"/>
                </a:solidFill>
                <a:latin typeface="Aptos"/>
              </a:defRPr>
            </a:pPr>
            <a:r>
              <a:t>Be transparent about the model, why it fits, and how AI is 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64008" cy="101498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1226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Open-source model /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78024"/>
            <a:ext cx="48920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Name the model or tool (e.g., model name, version, and provider). Add a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75688"/>
            <a:ext cx="64008" cy="1014984"/>
          </a:xfrm>
          <a:prstGeom prst="rect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1226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Why did you choose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78024"/>
            <a:ext cx="48920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Explain fit based on performance, cost, language support, licensing, privacy, or hardware.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38728"/>
            <a:ext cx="64008" cy="1014984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753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What does the AI 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41064"/>
            <a:ext cx="48920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Describe the specific AI task and the input/output it produces.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2900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38728"/>
            <a:ext cx="64008" cy="101498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5753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Model and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941064"/>
            <a:ext cx="48920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Is it open-weight? Are you prompting, fine-tuning, using RAG, agents, computer vision, speech, etc.?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10927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01768"/>
            <a:ext cx="64008" cy="649224"/>
          </a:xfrm>
          <a:prstGeom prst="rect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38344"/>
            <a:ext cx="1048816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Validation and safeguards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04104"/>
            <a:ext cx="104698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How will you evaluate accuracy, handle errors, protect data, and keep humans involved where needed?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7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686"/>
                </a:solidFill>
                <a:latin typeface="Aptos"/>
              </a:defRPr>
            </a:pPr>
            <a:r>
              <a:t>Tip: Distinguish open-source software from open-weight models; verify the model’s licence and usage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5D96"/>
                </a:solidFill>
                <a:latin typeface="Aptos"/>
              </a:defRPr>
            </a:pPr>
            <a:r>
              <a:t>AI INNOVATION PITCH DECK  /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91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686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D"/>
                </a:solidFill>
                <a:latin typeface="Aptos Display"/>
              </a:defRPr>
            </a:pPr>
            <a:r>
              <a:t>05 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686"/>
                </a:solidFill>
                <a:latin typeface="Aptos"/>
              </a:defRPr>
            </a:pPr>
            <a:r>
              <a:t>List the technologies you plan to use and what each one does.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828800" cy="475488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3657600" cy="475488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Technology /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800600" cy="475488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Purpose /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8288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B3746"/>
                </a:solidFill>
                <a:latin typeface="Aptos"/>
              </a:defRPr>
            </a:pPr>
            <a:r>
              <a:t>Frontend /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514600"/>
            <a:ext cx="36576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[e.g., React, Flutter]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514600"/>
            <a:ext cx="48006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[What users see and interact with]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27248"/>
            <a:ext cx="1828800" cy="512064"/>
          </a:xfrm>
          <a:prstGeom prst="roundRect">
            <a:avLst/>
          </a:prstGeom>
          <a:solidFill>
            <a:srgbClr val="E9F1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B3746"/>
                </a:solidFill>
                <a:latin typeface="Aptos"/>
              </a:defRPr>
            </a:pPr>
            <a:r>
              <a:t>Backend /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127248"/>
            <a:ext cx="3657600" cy="512064"/>
          </a:xfrm>
          <a:prstGeom prst="roundRect">
            <a:avLst/>
          </a:prstGeom>
          <a:solidFill>
            <a:srgbClr val="E9F1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[e.g., Python, FastAPI]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127248"/>
            <a:ext cx="4800600" cy="512064"/>
          </a:xfrm>
          <a:prstGeom prst="roundRect">
            <a:avLst/>
          </a:prstGeom>
          <a:solidFill>
            <a:srgbClr val="E9F1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[Business logic and integrations]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39896"/>
            <a:ext cx="18288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B3746"/>
                </a:solidFill>
                <a:latin typeface="Aptos"/>
              </a:defRPr>
            </a:pPr>
            <a:r>
              <a:t>AI /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739896"/>
            <a:ext cx="36576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[Model, framework, inference tool]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739896"/>
            <a:ext cx="48006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[AI tasks and model serving]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52544"/>
            <a:ext cx="1828800" cy="512064"/>
          </a:xfrm>
          <a:prstGeom prst="roundRect">
            <a:avLst/>
          </a:prstGeom>
          <a:solidFill>
            <a:srgbClr val="E9F1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B3746"/>
                </a:solidFill>
                <a:latin typeface="Aptos"/>
              </a:defRPr>
            </a:pPr>
            <a:r>
              <a:t>Database /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352544"/>
            <a:ext cx="3657600" cy="512064"/>
          </a:xfrm>
          <a:prstGeom prst="roundRect">
            <a:avLst/>
          </a:prstGeom>
          <a:solidFill>
            <a:srgbClr val="E9F1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[e.g., PostgreSQL, vector DB]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352544"/>
            <a:ext cx="4800600" cy="512064"/>
          </a:xfrm>
          <a:prstGeom prst="roundRect">
            <a:avLst/>
          </a:prstGeom>
          <a:solidFill>
            <a:srgbClr val="E9F1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[Store data / retrieve context, if needed]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65192"/>
            <a:ext cx="18288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B3746"/>
                </a:solidFill>
                <a:latin typeface="Aptos"/>
              </a:defRPr>
            </a:pPr>
            <a:r>
              <a:t>Hosting / DevOps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965192"/>
            <a:ext cx="36576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[e.g., cloud, Docker, GitHub]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965192"/>
            <a:ext cx="48006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B3746"/>
                </a:solidFill>
                <a:latin typeface="Aptos"/>
              </a:defRPr>
            </a:pPr>
            <a:r>
              <a:t>[Deployment, monitoring, version control]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7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686"/>
                </a:solidFill>
                <a:latin typeface="Aptos"/>
              </a:defRPr>
            </a:pPr>
            <a:r>
              <a:t>Only include technologies you expect to use. Replace examples with your actual stack.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5D96"/>
                </a:solidFill>
                <a:latin typeface="Aptos"/>
              </a:defRPr>
            </a:pPr>
            <a:r>
              <a:t>AI INNOVATION PITCH DECK  /  LINKS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91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77686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D"/>
                </a:solidFill>
                <a:latin typeface="Aptos Display"/>
              </a:defRPr>
            </a:pPr>
            <a:r>
              <a:t>06  Links &amp;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686"/>
                </a:solidFill>
                <a:latin typeface="Aptos"/>
              </a:defRPr>
            </a:pPr>
            <a:r>
              <a:t>Provide links that let reviewers verify your claims and explore your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64008" cy="110642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Project demo /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48920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[Paste live demo, video, app, or prototype link]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67128"/>
            <a:ext cx="64008" cy="1106424"/>
          </a:xfrm>
          <a:prstGeom prst="rect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0370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Code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4"/>
            <a:ext cx="48920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[Paste GitHub / GitLab link, if available]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21608"/>
            <a:ext cx="64008" cy="1106424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5818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AI model / tool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23944"/>
            <a:ext cx="48920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[Link to official model card, documentation, and licence]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1188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21608"/>
            <a:ext cx="64008" cy="1106424"/>
          </a:xfrm>
          <a:prstGeom prst="rect">
            <a:avLst/>
          </a:prstGeom>
          <a:solidFill>
            <a:srgbClr val="00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758184"/>
            <a:ext cx="491032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Research and data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23944"/>
            <a:ext cx="48920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[List papers, datasets, reports, APIs, and other sources]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66360"/>
            <a:ext cx="109270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276088"/>
            <a:ext cx="64008" cy="512064"/>
          </a:xfrm>
          <a:prstGeom prst="rect">
            <a:avLst/>
          </a:prstGeom>
          <a:solidFill>
            <a:srgbClr val="23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12664"/>
            <a:ext cx="1048816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78424"/>
            <a:ext cx="10469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77686"/>
                </a:solidFill>
                <a:latin typeface="Aptos"/>
              </a:defRPr>
            </a:pPr>
            <a:r>
              <a:t>[Team email / website / contact person]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7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686"/>
                </a:solidFill>
                <a:latin typeface="Aptos"/>
              </a:defRPr>
            </a:pPr>
            <a:r>
              <a:t>Check that links work and that all borrowed data, claims, and assets are properly credited.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